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the Play button. The gold loan-application ball rolls through all 8 stages. The central LangGraph layer represents the agentic orchestration workflow: state management, agent/tool routing, parallel execution, decision guardrails, HITL routing, and audit/explainability.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an Application Journey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EXL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EXL Bank SME Loan Onboarding – Agentic Architecture</dc:title>
  <dc:subject>EXL Bank SME Loan Onboarding</dc:subject>
  <dc:creator>OpenAI</dc:creator>
  <cp:lastModifiedBy>OpenAI</cp:lastModifiedBy>
  <cp:revision>1</cp:revision>
  <dcterms:created xsi:type="dcterms:W3CDTF">2026-10-07T12:58:01Z</dcterms:created>
  <dcterms:modified xsi:type="dcterms:W3CDTF">2026-10-07T12:58:01Z</dcterms:modified>
</cp:coreProperties>
</file>